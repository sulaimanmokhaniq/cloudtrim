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1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pic>
        <p:nvPicPr>
          <p:cNvPr id="22" name="Image 3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16916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52160" y="1645920"/>
            <a:ext cx="4967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4400" dirty="0"/>
          </a:p>
        </p:txBody>
      </p:sp>
      <p:sp>
        <p:nvSpPr>
          <p:cNvPr id="24" name="Text 18"/>
          <p:cNvSpPr txBox="1"/>
          <p:nvPr/>
        </p:nvSpPr>
        <p:spPr>
          <a:xfrm>
            <a:off x="5852160" y="2606040"/>
            <a:ext cx="5882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يكتشف الهدر في فاتورة السحابة ويوفّره بموافقتك بنقرة واحدة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11222431" y="365760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6" name="Image 4" descr="/tmp/claude-0/-home-claude/750ff410-f4aa-5276-9360-1e19d018b112/scratchpad/c/assets/i-eye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5583" y="373075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852160" y="3657600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11222431" y="4279392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9" name="Image 5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5583" y="4352544"/>
            <a:ext cx="365760" cy="36576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52160" y="4279392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11222431" y="490118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32" name="Image 6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95583" y="4974336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852160" y="4901184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أنت توافق بنقرة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852160" y="562356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NCA وPDPL وISO 27001</a:t>
            </a:r>
            <a:endParaRPr lang="en-US" sz="1200" dirty="0"/>
          </a:p>
        </p:txBody>
      </p:sp>
      <p:pic>
        <p:nvPicPr>
          <p:cNvPr id="35" name="Image 7" descr="/tmp/claude-0/-home-claude/750ff410-f4aa-5276-9360-1e19d018b112/scratchpad/c/assets/m-lap-dem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1828800"/>
            <a:ext cx="4846320" cy="2971646"/>
          </a:xfrm>
          <a:prstGeom prst="rect">
            <a:avLst/>
          </a:prstGeom>
        </p:spPr>
      </p:pic>
      <p:pic>
        <p:nvPicPr>
          <p:cNvPr id="36" name="Image 8" descr="/tmp/claude-0/-home-claude/750ff410-f4aa-5276-9360-1e19d018b112/scratchpad/c/assets/m-ph-dem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697480"/>
            <a:ext cx="1547307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pic>
        <p:nvPicPr>
          <p:cNvPr id="23" name="Image 3" descr="/tmp/claude-0/-home-claude/750ff410-f4aa-5276-9360-1e19d018b112/scratchpad/c/assets/m-lap-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6655" y="2514600"/>
            <a:ext cx="5577840" cy="3420196"/>
          </a:xfrm>
          <a:prstGeom prst="rect">
            <a:avLst/>
          </a:prstGeom>
        </p:spPr>
      </p:pic>
      <p:pic>
        <p:nvPicPr>
          <p:cNvPr id="24" name="Image 4" descr="/tmp/claude-0/-home-claude/750ff410-f4aa-5276-9360-1e19d018b112/scratchpad/c/assets/m-ph-st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163" y="2697480"/>
            <a:ext cx="1569412" cy="32461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0080" y="2606040"/>
            <a:ext cx="2651760" cy="3246120"/>
          </a:xfrm>
          <a:prstGeom prst="roundRect">
            <a:avLst>
              <a:gd name="adj" fmla="val 6207"/>
            </a:avLst>
          </a:prstGeom>
          <a:solidFill>
            <a:srgbClr val="8E2F3C"/>
          </a:solidFill>
          <a:ln/>
        </p:spPr>
      </p:sp>
      <p:sp>
        <p:nvSpPr>
          <p:cNvPr id="26" name="Shape 19"/>
          <p:cNvSpPr/>
          <p:nvPr/>
        </p:nvSpPr>
        <p:spPr>
          <a:xfrm>
            <a:off x="822960" y="2788920"/>
            <a:ext cx="2286000" cy="2286000"/>
          </a:xfrm>
          <a:prstGeom prst="roundRect">
            <a:avLst>
              <a:gd name="adj" fmla="val 4800"/>
            </a:avLst>
          </a:prstGeom>
          <a:solidFill>
            <a:srgbClr val="FFFBF8"/>
          </a:solidFill>
          <a:ln/>
        </p:spPr>
      </p:sp>
      <p:pic>
        <p:nvPicPr>
          <p:cNvPr id="27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880360"/>
            <a:ext cx="2103120" cy="21031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40080" y="5212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2026-10-03T07:45:56Z</dcterms:created>
  <dcterms:modified xsi:type="dcterms:W3CDTF">2026-10-03T07:45:56Z</dcterms:modified>
</cp:coreProperties>
</file>