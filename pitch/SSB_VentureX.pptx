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6681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3" name="Image 3" descr="/tmp/claude-0/-home-claude/750ff410-f4aa-5276-9360-1e19d018b112/scratchpad/c/assets/i-users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0719" y="170992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70397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شرائح العملاء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1460175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70397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50 إلى 250 موظفاً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11460175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70397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ناشئة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11460175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970397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</a:t>
            </a:r>
            <a:endParaRPr lang="en-US" sz="1350" dirty="0"/>
          </a:p>
        </p:txBody>
      </p:sp>
      <p:sp>
        <p:nvSpPr>
          <p:cNvPr id="31" name="Shape 25"/>
          <p:cNvSpPr/>
          <p:nvPr/>
        </p:nvSpPr>
        <p:spPr>
          <a:xfrm>
            <a:off x="7289414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4" descr="/tmp/claude-0/-home-claude/750ff410-f4aa-5276-9360-1e19d018b112/scratchpad/c/assets/i-msg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315" y="1709928"/>
            <a:ext cx="310896" cy="31089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426574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العلاقات مع العملاء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918277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426574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918277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426574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دعم بالعربي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7289414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9" name="Image 5" descr="/tmp/claude-0/-home-claude/750ff410-f4aa-5276-9360-1e19d018b112/scratchpad/c/assets/i-mega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3315" y="3273552"/>
            <a:ext cx="310896" cy="310896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426574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القنوات</a:t>
            </a:r>
            <a:endParaRPr lang="en-US" sz="1400" dirty="0"/>
          </a:p>
        </p:txBody>
      </p:sp>
      <p:sp>
        <p:nvSpPr>
          <p:cNvPr id="41" name="Shape 33"/>
          <p:cNvSpPr/>
          <p:nvPr/>
        </p:nvSpPr>
        <p:spPr>
          <a:xfrm>
            <a:off x="918277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7426574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 والفحص المجاني</a:t>
            </a:r>
            <a:endParaRPr lang="en-US" sz="1250" dirty="0"/>
          </a:p>
        </p:txBody>
      </p:sp>
      <p:sp>
        <p:nvSpPr>
          <p:cNvPr id="43" name="Shape 35"/>
          <p:cNvSpPr/>
          <p:nvPr/>
        </p:nvSpPr>
        <p:spPr>
          <a:xfrm>
            <a:off x="918277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7426574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شركاء السحابة</a:t>
            </a:r>
            <a:endParaRPr lang="en-US" sz="1250" dirty="0"/>
          </a:p>
        </p:txBody>
      </p:sp>
      <p:sp>
        <p:nvSpPr>
          <p:cNvPr id="45" name="Shape 37"/>
          <p:cNvSpPr/>
          <p:nvPr/>
        </p:nvSpPr>
        <p:spPr>
          <a:xfrm>
            <a:off x="501200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8E2F3C"/>
          </a:solidFill>
          <a:ln/>
        </p:spPr>
      </p:sp>
      <p:pic>
        <p:nvPicPr>
          <p:cNvPr id="46" name="Image 6" descr="/tmp/claude-0/-home-claude/750ff410-f4aa-5276-9360-1e19d018b112/scratchpad/c/assets/i-gem-c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910" y="1709928"/>
            <a:ext cx="310896" cy="310896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514916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القيم المقترحة</a:t>
            </a:r>
            <a:endParaRPr lang="en-US" sz="1400" dirty="0"/>
          </a:p>
        </p:txBody>
      </p:sp>
      <p:sp>
        <p:nvSpPr>
          <p:cNvPr id="48" name="Shape 39"/>
          <p:cNvSpPr/>
          <p:nvPr/>
        </p:nvSpPr>
        <p:spPr>
          <a:xfrm>
            <a:off x="6905366" y="229514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514916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سحابة أقل</a:t>
            </a:r>
            <a:endParaRPr lang="en-US" sz="1350" dirty="0"/>
          </a:p>
        </p:txBody>
      </p:sp>
      <p:sp>
        <p:nvSpPr>
          <p:cNvPr id="50" name="Shape 41"/>
          <p:cNvSpPr/>
          <p:nvPr/>
        </p:nvSpPr>
        <p:spPr>
          <a:xfrm>
            <a:off x="6905366" y="266090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514916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 وآمن</a:t>
            </a:r>
            <a:endParaRPr lang="en-US" sz="1350" dirty="0"/>
          </a:p>
        </p:txBody>
      </p:sp>
      <p:sp>
        <p:nvSpPr>
          <p:cNvPr id="52" name="Shape 43"/>
          <p:cNvSpPr/>
          <p:nvPr/>
        </p:nvSpPr>
        <p:spPr>
          <a:xfrm>
            <a:off x="6905366" y="302666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4916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بموافقتك</a:t>
            </a:r>
            <a:endParaRPr lang="en-US" sz="1350" dirty="0"/>
          </a:p>
        </p:txBody>
      </p:sp>
      <p:sp>
        <p:nvSpPr>
          <p:cNvPr id="54" name="Shape 45"/>
          <p:cNvSpPr/>
          <p:nvPr/>
        </p:nvSpPr>
        <p:spPr>
          <a:xfrm>
            <a:off x="6905366" y="339242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5149169" y="327355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السحب المحلية والعالمية</a:t>
            </a:r>
            <a:endParaRPr lang="en-US" sz="1350" dirty="0"/>
          </a:p>
        </p:txBody>
      </p:sp>
      <p:sp>
        <p:nvSpPr>
          <p:cNvPr id="56" name="Shape 47"/>
          <p:cNvSpPr/>
          <p:nvPr/>
        </p:nvSpPr>
        <p:spPr>
          <a:xfrm>
            <a:off x="2734605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57" name="Image 7" descr="/tmp/claude-0/-home-claude/750ff410-f4aa-5276-9360-1e19d018b112/scratchpad/c/assets/i-act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8505" y="1709928"/>
            <a:ext cx="310896" cy="310896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2871765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الأنشطة الرئيسية</a:t>
            </a:r>
            <a:endParaRPr lang="en-US" sz="1400" dirty="0"/>
          </a:p>
        </p:txBody>
      </p:sp>
      <p:sp>
        <p:nvSpPr>
          <p:cNvPr id="59" name="Shape 49"/>
          <p:cNvSpPr/>
          <p:nvPr/>
        </p:nvSpPr>
        <p:spPr>
          <a:xfrm>
            <a:off x="462796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0" name="Text 50"/>
          <p:cNvSpPr txBox="1"/>
          <p:nvPr/>
        </p:nvSpPr>
        <p:spPr>
          <a:xfrm>
            <a:off x="2871765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كشف الهدر وتحليله</a:t>
            </a:r>
            <a:endParaRPr lang="en-US" sz="1250" dirty="0"/>
          </a:p>
        </p:txBody>
      </p:sp>
      <p:sp>
        <p:nvSpPr>
          <p:cNvPr id="61" name="Shape 51"/>
          <p:cNvSpPr/>
          <p:nvPr/>
        </p:nvSpPr>
        <p:spPr>
          <a:xfrm>
            <a:off x="462796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2" name="Text 52"/>
          <p:cNvSpPr txBox="1"/>
          <p:nvPr/>
        </p:nvSpPr>
        <p:spPr>
          <a:xfrm>
            <a:off x="2871765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تطوير المنصة</a:t>
            </a:r>
            <a:endParaRPr lang="en-US" sz="1250" dirty="0"/>
          </a:p>
        </p:txBody>
      </p:sp>
      <p:sp>
        <p:nvSpPr>
          <p:cNvPr id="63" name="Shape 53"/>
          <p:cNvSpPr/>
          <p:nvPr/>
        </p:nvSpPr>
        <p:spPr>
          <a:xfrm>
            <a:off x="2734605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64" name="Image 8" descr="/tmp/claude-0/-home-claude/750ff410-f4aa-5276-9360-1e19d018b112/scratchpad/c/assets/i-box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8505" y="3273552"/>
            <a:ext cx="310896" cy="310896"/>
          </a:xfrm>
          <a:prstGeom prst="rect">
            <a:avLst/>
          </a:prstGeom>
        </p:spPr>
      </p:pic>
      <p:sp>
        <p:nvSpPr>
          <p:cNvPr id="65" name="Text 54"/>
          <p:cNvSpPr txBox="1"/>
          <p:nvPr/>
        </p:nvSpPr>
        <p:spPr>
          <a:xfrm>
            <a:off x="2871765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الموارد الرئيسية</a:t>
            </a:r>
            <a:endParaRPr lang="en-US" sz="1400" dirty="0"/>
          </a:p>
        </p:txBody>
      </p:sp>
      <p:sp>
        <p:nvSpPr>
          <p:cNvPr id="66" name="Shape 55"/>
          <p:cNvSpPr/>
          <p:nvPr/>
        </p:nvSpPr>
        <p:spPr>
          <a:xfrm>
            <a:off x="462796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7" name="Text 56"/>
          <p:cNvSpPr txBox="1"/>
          <p:nvPr/>
        </p:nvSpPr>
        <p:spPr>
          <a:xfrm>
            <a:off x="2871765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الذكاء الاصطناعي</a:t>
            </a:r>
            <a:endParaRPr lang="en-US" sz="1250" dirty="0"/>
          </a:p>
        </p:txBody>
      </p:sp>
      <p:sp>
        <p:nvSpPr>
          <p:cNvPr id="68" name="Shape 57"/>
          <p:cNvSpPr/>
          <p:nvPr/>
        </p:nvSpPr>
        <p:spPr>
          <a:xfrm>
            <a:off x="462796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9" name="Text 58"/>
          <p:cNvSpPr txBox="1"/>
          <p:nvPr/>
        </p:nvSpPr>
        <p:spPr>
          <a:xfrm>
            <a:off x="2871765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تقني وFinOps</a:t>
            </a:r>
            <a:endParaRPr lang="en-US" sz="1250" dirty="0"/>
          </a:p>
        </p:txBody>
      </p:sp>
      <p:sp>
        <p:nvSpPr>
          <p:cNvPr id="70" name="Shape 59"/>
          <p:cNvSpPr/>
          <p:nvPr/>
        </p:nvSpPr>
        <p:spPr>
          <a:xfrm>
            <a:off x="457200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71" name="Image 9" descr="/tmp/claude-0/-home-claude/750ff410-f4aa-5276-9360-1e19d018b112/scratchpad/c/assets/i-handshake-b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31101" y="1709928"/>
            <a:ext cx="310896" cy="310896"/>
          </a:xfrm>
          <a:prstGeom prst="rect">
            <a:avLst/>
          </a:prstGeom>
        </p:spPr>
      </p:pic>
      <p:sp>
        <p:nvSpPr>
          <p:cNvPr id="72" name="Text 60"/>
          <p:cNvSpPr txBox="1"/>
          <p:nvPr/>
        </p:nvSpPr>
        <p:spPr>
          <a:xfrm>
            <a:off x="594360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الشراكات الرئيسية</a:t>
            </a:r>
            <a:endParaRPr lang="en-US" sz="1400" dirty="0"/>
          </a:p>
        </p:txBody>
      </p:sp>
      <p:sp>
        <p:nvSpPr>
          <p:cNvPr id="73" name="Shape 61"/>
          <p:cNvSpPr/>
          <p:nvPr/>
        </p:nvSpPr>
        <p:spPr>
          <a:xfrm>
            <a:off x="2350557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4" name="Text 62"/>
          <p:cNvSpPr txBox="1"/>
          <p:nvPr/>
        </p:nvSpPr>
        <p:spPr>
          <a:xfrm>
            <a:off x="594360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وAzure وGCP</a:t>
            </a:r>
            <a:endParaRPr lang="en-US" sz="1350" dirty="0"/>
          </a:p>
        </p:txBody>
      </p:sp>
      <p:sp>
        <p:nvSpPr>
          <p:cNvPr id="75" name="Shape 63"/>
          <p:cNvSpPr/>
          <p:nvPr/>
        </p:nvSpPr>
        <p:spPr>
          <a:xfrm>
            <a:off x="2350557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6" name="Text 64"/>
          <p:cNvSpPr txBox="1"/>
          <p:nvPr/>
        </p:nvSpPr>
        <p:spPr>
          <a:xfrm>
            <a:off x="594360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350" dirty="0"/>
          </a:p>
        </p:txBody>
      </p:sp>
      <p:sp>
        <p:nvSpPr>
          <p:cNvPr id="77" name="Shape 65"/>
          <p:cNvSpPr/>
          <p:nvPr/>
        </p:nvSpPr>
        <p:spPr>
          <a:xfrm>
            <a:off x="2350557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8" name="Text 66"/>
          <p:cNvSpPr txBox="1"/>
          <p:nvPr/>
        </p:nvSpPr>
        <p:spPr>
          <a:xfrm>
            <a:off x="594360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</a:t>
            </a:r>
            <a:endParaRPr lang="en-US" sz="1350" dirty="0"/>
          </a:p>
        </p:txBody>
      </p:sp>
      <p:sp>
        <p:nvSpPr>
          <p:cNvPr id="79" name="Shape 67"/>
          <p:cNvSpPr/>
          <p:nvPr/>
        </p:nvSpPr>
        <p:spPr>
          <a:xfrm>
            <a:off x="6150712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0" name="Image 10" descr="/tmp/claude-0/-home-claude/750ff410-f4aa-5276-9360-1e19d018b112/scratchpad/c/assets/i-coins-b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0719" y="4837176"/>
            <a:ext cx="310896" cy="310896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6287872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82" name="Shape 69"/>
          <p:cNvSpPr/>
          <p:nvPr/>
        </p:nvSpPr>
        <p:spPr>
          <a:xfrm>
            <a:off x="11460175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3" name="Text 70"/>
          <p:cNvSpPr txBox="1"/>
          <p:nvPr/>
        </p:nvSpPr>
        <p:spPr>
          <a:xfrm>
            <a:off x="6287872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 · من 15 ريال لكل مورد</a:t>
            </a:r>
            <a:endParaRPr lang="en-US" sz="1350" dirty="0"/>
          </a:p>
        </p:txBody>
      </p:sp>
      <p:sp>
        <p:nvSpPr>
          <p:cNvPr id="84" name="Shape 71"/>
          <p:cNvSpPr/>
          <p:nvPr/>
        </p:nvSpPr>
        <p:spPr>
          <a:xfrm>
            <a:off x="11460175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5" name="Text 72"/>
          <p:cNvSpPr txBox="1"/>
          <p:nvPr/>
        </p:nvSpPr>
        <p:spPr>
          <a:xfrm>
            <a:off x="6287872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 حسب المشروع</a:t>
            </a:r>
            <a:endParaRPr lang="en-US" sz="1350" dirty="0"/>
          </a:p>
        </p:txBody>
      </p:sp>
      <p:sp>
        <p:nvSpPr>
          <p:cNvPr id="86" name="Shape 73"/>
          <p:cNvSpPr/>
          <p:nvPr/>
        </p:nvSpPr>
        <p:spPr>
          <a:xfrm>
            <a:off x="457200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7" name="Image 11" descr="/tmp/claude-0/-home-claude/750ff410-f4aa-5276-9360-1e19d018b112/scratchpad/c/assets/i-receipt-b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208" y="4837176"/>
            <a:ext cx="310896" cy="310896"/>
          </a:xfrm>
          <a:prstGeom prst="rect">
            <a:avLst/>
          </a:prstGeom>
        </p:spPr>
      </p:pic>
      <p:sp>
        <p:nvSpPr>
          <p:cNvPr id="88" name="Text 74"/>
          <p:cNvSpPr txBox="1"/>
          <p:nvPr/>
        </p:nvSpPr>
        <p:spPr>
          <a:xfrm>
            <a:off x="594360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هيكل التكاليف</a:t>
            </a:r>
            <a:endParaRPr lang="en-US" sz="1400" dirty="0"/>
          </a:p>
        </p:txBody>
      </p:sp>
      <p:sp>
        <p:nvSpPr>
          <p:cNvPr id="89" name="Shape 75"/>
          <p:cNvSpPr/>
          <p:nvPr/>
        </p:nvSpPr>
        <p:spPr>
          <a:xfrm>
            <a:off x="5766664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0" name="Text 76"/>
          <p:cNvSpPr txBox="1"/>
          <p:nvPr/>
        </p:nvSpPr>
        <p:spPr>
          <a:xfrm>
            <a:off x="594360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الاستضافة والذكاء الاصطناعي</a:t>
            </a:r>
            <a:endParaRPr lang="en-US" sz="1350" dirty="0"/>
          </a:p>
        </p:txBody>
      </p:sp>
      <p:sp>
        <p:nvSpPr>
          <p:cNvPr id="91" name="Shape 77"/>
          <p:cNvSpPr/>
          <p:nvPr/>
        </p:nvSpPr>
        <p:spPr>
          <a:xfrm>
            <a:off x="5766664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2" name="Text 78"/>
          <p:cNvSpPr txBox="1"/>
          <p:nvPr/>
        </p:nvSpPr>
        <p:spPr>
          <a:xfrm>
            <a:off x="594360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 والتطوير · التسويق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he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2026-10-03T10:17:39Z</dcterms:created>
  <dcterms:modified xsi:type="dcterms:W3CDTF">2026-10-03T10:17:39Z</dcterms:modified>
</cp:coreProperties>
</file>