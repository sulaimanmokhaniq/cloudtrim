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1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6" Type="http://schemas.openxmlformats.org/officeDocument/2006/relationships/image" Target="../media/image-10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0390327" y="443484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390327" y="443484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8515807" y="44348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515807" y="4434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7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8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4" name="Text 26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صامت في فاتورة السحابة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wallet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01752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مهدر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tren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0175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تجاوز للميزانية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server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01752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أعطال سببها خطأ بشري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ولا يوجد مختص FinOps في الشركات المتوسطة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Flexera State of the Cloud 2026 · Uptime Institute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pic>
        <p:nvPicPr>
          <p:cNvPr id="22" name="Image 3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16916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852160" y="1645920"/>
            <a:ext cx="4967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4400" dirty="0"/>
          </a:p>
        </p:txBody>
      </p:sp>
      <p:sp>
        <p:nvSpPr>
          <p:cNvPr id="24" name="Text 18"/>
          <p:cNvSpPr txBox="1"/>
          <p:nvPr/>
        </p:nvSpPr>
        <p:spPr>
          <a:xfrm>
            <a:off x="5852160" y="2606040"/>
            <a:ext cx="5882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يكتشف الهدر في فاتورة السحابة ويوفّره بموافقتك بنقرة واحدة</a:t>
            </a:r>
            <a:endParaRPr lang="en-US" sz="2000" dirty="0"/>
          </a:p>
        </p:txBody>
      </p:sp>
      <p:sp>
        <p:nvSpPr>
          <p:cNvPr id="25" name="Shape 19"/>
          <p:cNvSpPr/>
          <p:nvPr/>
        </p:nvSpPr>
        <p:spPr>
          <a:xfrm>
            <a:off x="11222431" y="365760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26" name="Image 4" descr="/tmp/claude-0/-home-claude/750ff410-f4aa-5276-9360-1e19d018b112/scratchpad/c/assets/i-eye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95583" y="3730752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852160" y="3657600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قراءة فقط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11222431" y="4279392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29" name="Image 5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5583" y="4352544"/>
            <a:ext cx="365760" cy="36576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852160" y="4279392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يقترح</a:t>
            </a:r>
            <a:endParaRPr lang="en-US" sz="1800" dirty="0"/>
          </a:p>
        </p:txBody>
      </p:sp>
      <p:sp>
        <p:nvSpPr>
          <p:cNvPr id="31" name="Shape 23"/>
          <p:cNvSpPr/>
          <p:nvPr/>
        </p:nvSpPr>
        <p:spPr>
          <a:xfrm>
            <a:off x="11222431" y="4901184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32" name="Image 6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95583" y="4974336"/>
            <a:ext cx="365760" cy="3657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852160" y="4901184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أنت توافق بنقرة</a:t>
            </a:r>
            <a:endParaRPr lang="en-US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5852160" y="5623560"/>
            <a:ext cx="5882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متوافق مع NCA وPDPL وISO 27001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1005840" y="1600200"/>
            <a:ext cx="3840480" cy="4217286"/>
          </a:xfrm>
          <a:prstGeom prst="roundRect">
            <a:avLst>
              <a:gd name="adj" fmla="val 285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6" name="Image 7" descr="/tmp/claude-0/-home-claude/750ff410-f4aa-5276-9360-1e19d018b112/scratchpad/c/assets/s-approv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1673352"/>
            <a:ext cx="3694176" cy="40709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331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FinOps، وفاتورتها عشرات الآلاف شهرياً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188757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/tmp/claude-0/-home-claude/750ff410-f4aa-5276-9360-1e19d018b112/scratchpad/c/assets/i-buildin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33756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88757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50-250</a:t>
            </a:r>
            <a:endParaRPr lang="en-US" sz="4600" dirty="0"/>
          </a:p>
        </p:txBody>
      </p:sp>
      <p:sp>
        <p:nvSpPr>
          <p:cNvPr id="27" name="Text 21"/>
          <p:cNvSpPr txBox="1"/>
          <p:nvPr/>
        </p:nvSpPr>
        <p:spPr>
          <a:xfrm>
            <a:off x="8463077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322978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4"/>
          <p:cNvSpPr txBox="1"/>
          <p:nvPr/>
        </p:nvSpPr>
        <p:spPr>
          <a:xfrm>
            <a:off x="4597298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السحابة السعودي 2025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457200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33" name="Image 5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33756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7200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46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2030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MarketsandMarkets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 اليوم، والسحب المحلية تالياً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103120"/>
          </a:xfrm>
          <a:prstGeom prst="roundRect">
            <a:avLst>
              <a:gd name="adj" fmla="val 8696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cloud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1586" y="2971800"/>
            <a:ext cx="640080" cy="6400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70332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F1E4D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الآن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188757" y="4069080"/>
            <a:ext cx="3545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24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103120"/>
          </a:xfrm>
          <a:prstGeom prst="roundRect">
            <a:avLst>
              <a:gd name="adj" fmla="val 8696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layers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5808" y="2971800"/>
            <a:ext cx="640080" cy="64008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70332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التالي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322978" y="4069080"/>
            <a:ext cx="3545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Azure وGCP</a:t>
            </a:r>
            <a:endParaRPr lang="en-US" sz="24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103120"/>
          </a:xfrm>
          <a:prstGeom prst="roundRect">
            <a:avLst>
              <a:gd name="adj" fmla="val 8696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map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0029" y="2971800"/>
            <a:ext cx="640080" cy="6400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70332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ثم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457200" y="4069080"/>
            <a:ext cx="3545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2400" dirty="0"/>
          </a:p>
        </p:txBody>
      </p:sp>
      <p:sp>
        <p:nvSpPr>
          <p:cNvPr id="35" name="Shape 27"/>
          <p:cNvSpPr/>
          <p:nvPr/>
        </p:nvSpPr>
        <p:spPr>
          <a:xfrm>
            <a:off x="7353148" y="525780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353148" y="52578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Next.js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5844388" y="525780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844388" y="5257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5067148" y="5257800"/>
            <a:ext cx="64008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5067148" y="52578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</a:t>
            </a:r>
            <a:endParaRPr lang="en-US" sz="1300" dirty="0"/>
          </a:p>
        </p:txBody>
      </p:sp>
      <p:sp>
        <p:nvSpPr>
          <p:cNvPr id="41" name="Shape 33"/>
          <p:cNvSpPr/>
          <p:nvPr/>
        </p:nvSpPr>
        <p:spPr>
          <a:xfrm>
            <a:off x="3741268" y="525780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3741268" y="52578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Telegram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يعمل الآن، جرّبه بنفسك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5699455" y="2606040"/>
            <a:ext cx="6035040" cy="3278124"/>
          </a:xfrm>
          <a:prstGeom prst="roundRect">
            <a:avLst>
              <a:gd name="adj" fmla="val 33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s-over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2607" y="2679192"/>
            <a:ext cx="5888736" cy="31318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2773375" y="2606040"/>
            <a:ext cx="2651760" cy="2907317"/>
          </a:xfrm>
          <a:prstGeom prst="roundRect">
            <a:avLst>
              <a:gd name="adj" fmla="val 4138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6" name="Image 4" descr="/tmp/claude-0/-home-claude/750ff410-f4aa-5276-9360-1e19d018b112/scratchpad/c/assets/s-appro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6527" y="2679192"/>
            <a:ext cx="2505456" cy="2761013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57200" y="2606040"/>
            <a:ext cx="2041855" cy="3154680"/>
          </a:xfrm>
          <a:prstGeom prst="roundRect">
            <a:avLst>
              <a:gd name="adj" fmla="val 8061"/>
            </a:avLst>
          </a:prstGeom>
          <a:solidFill>
            <a:srgbClr val="8E2F3C"/>
          </a:solidFill>
          <a:ln/>
        </p:spPr>
      </p:sp>
      <p:sp>
        <p:nvSpPr>
          <p:cNvPr id="28" name="Shape 21"/>
          <p:cNvSpPr/>
          <p:nvPr/>
        </p:nvSpPr>
        <p:spPr>
          <a:xfrm>
            <a:off x="640080" y="2788920"/>
            <a:ext cx="1676095" cy="1676095"/>
          </a:xfrm>
          <a:prstGeom prst="roundRect">
            <a:avLst>
              <a:gd name="adj" fmla="val 6547"/>
            </a:avLst>
          </a:prstGeom>
          <a:solidFill>
            <a:srgbClr val="FFFBF8"/>
          </a:solidFill>
          <a:ln/>
        </p:spPr>
      </p:sp>
      <p:pic>
        <p:nvPicPr>
          <p:cNvPr id="29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880360"/>
            <a:ext cx="1493215" cy="149321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57200" y="4556455"/>
            <a:ext cx="2041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امسح وجرّب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أثر بالأرقام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walle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9718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10.8%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توفير من الفاتورة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8" name="Image 4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9718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110K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سنوياً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clo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97180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دقائق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بدل أسابيع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مثال: شركة افتراضية من 120 موظفاً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بعد التحدي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scale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8726" y="301752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322978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7" name="Image 4" descr="/tmp/claude-0/-home-claude/750ff410-f4aa-5276-9360-1e19d018b112/scratchpad/c/assets/i-server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48" y="3017520"/>
            <a:ext cx="685800" cy="6858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22978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457200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30" name="Image 5" descr="/tmp/claude-0/-home-claude/750ff410-f4aa-5276-9360-1e19d018b112/scratchpad/c/assets/i-bell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169" y="3017520"/>
            <a:ext cx="685800" cy="6858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57200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إنذار مبكر 24/7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نحتاج: توجيه خبراء · شريك سحابي محلي · 10 شركات للتجربة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2194560"/>
            <a:ext cx="7528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60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333756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88620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pic>
        <p:nvPicPr>
          <p:cNvPr id="30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2026-10-03T06:59:17Z</dcterms:created>
  <dcterms:modified xsi:type="dcterms:W3CDTF">2026-10-03T06:59:17Z</dcterms:modified>
</cp:coreProperties>
</file>